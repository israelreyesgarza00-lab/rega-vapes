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4" r:id="rId2"/>
    <p:sldId id="259" r:id="rId3"/>
    <p:sldId id="260" r:id="rId4"/>
    <p:sldId id="261" r:id="rId5"/>
    <p:sldId id="263" r:id="rId6"/>
    <p:sldId id="262" r:id="rId7"/>
  </p:sldIdLst>
  <p:sldSz cx="6858000" cy="9144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9" d="100"/>
          <a:sy n="59" d="100"/>
        </p:scale>
        <p:origin x="-2760" y="-23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F7106-1739-4C81-8AFD-6BFC560DE06C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CD343-2F69-4CAD-BB80-844CDA39B2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9876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CD343-2F69-4CAD-BB80-844CDA39B224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5629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625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0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272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5079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101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44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83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356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0524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183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736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CE784-92CB-4468-AE27-07E97F480989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D0F83-A638-4535-898F-775364B1E8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644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0" y="35496"/>
            <a:ext cx="6066307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792" y="2051720"/>
            <a:ext cx="4248472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805336" y="6948264"/>
            <a:ext cx="5301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Nombre:</a:t>
            </a:r>
          </a:p>
          <a:p>
            <a:r>
              <a:rPr lang="es-MX" dirty="0" smtClean="0"/>
              <a:t>Horario Clase: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4617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0" t="14218" r="15039" b="9850"/>
          <a:stretch/>
        </p:blipFill>
        <p:spPr bwMode="auto">
          <a:xfrm>
            <a:off x="297853" y="379276"/>
            <a:ext cx="6298986" cy="853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787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7" t="15223" r="14647" b="18635"/>
          <a:stretch/>
        </p:blipFill>
        <p:spPr bwMode="auto">
          <a:xfrm>
            <a:off x="404664" y="283985"/>
            <a:ext cx="5760640" cy="850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659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 t="7253" r="11617" b="62596"/>
          <a:stretch/>
        </p:blipFill>
        <p:spPr bwMode="auto">
          <a:xfrm>
            <a:off x="188640" y="1475656"/>
            <a:ext cx="6552728" cy="5016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004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5" t="38723" r="6798" b="14188"/>
          <a:stretch/>
        </p:blipFill>
        <p:spPr bwMode="auto">
          <a:xfrm>
            <a:off x="128534" y="251520"/>
            <a:ext cx="6655717" cy="7834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671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0" t="8890" r="4313" b="21290"/>
          <a:stretch/>
        </p:blipFill>
        <p:spPr bwMode="auto">
          <a:xfrm>
            <a:off x="404664" y="179512"/>
            <a:ext cx="6264695" cy="878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05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</Words>
  <Application>Microsoft Office PowerPoint</Application>
  <PresentationFormat>Presentación en pantalla (4:3)</PresentationFormat>
  <Paragraphs>3</Paragraphs>
  <Slides>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Alumno</dc:creator>
  <cp:lastModifiedBy>Alumno</cp:lastModifiedBy>
  <cp:revision>3</cp:revision>
  <dcterms:created xsi:type="dcterms:W3CDTF">2026-05-14T16:00:07Z</dcterms:created>
  <dcterms:modified xsi:type="dcterms:W3CDTF">2026-05-14T16:29:33Z</dcterms:modified>
</cp:coreProperties>
</file>